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731520"/>
            <a:ext cx="4663440" cy="192024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40233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D1D1D"/>
                </a:solidFill>
              </a:defRPr>
            </a:pPr>
            <a:r>
              <a:t>FIELD NOTES</a:t>
            </a:r>
          </a:p>
          <a:p>
            <a:pPr>
              <a:defRPr sz="1700">
                <a:solidFill>
                  <a:srgbClr val="5A5349"/>
                </a:solidFill>
              </a:defRPr>
            </a:pPr>
            <a:r>
              <a:t>A fictional small-batch coffee 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731520"/>
            <a:ext cx="4663440" cy="192024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40233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D1D1D"/>
                </a:solidFill>
              </a:defRPr>
            </a:pPr>
            <a:r>
              <a:t>ROAST &amp; CRAFT</a:t>
            </a:r>
          </a:p>
          <a:p>
            <a:pPr>
              <a:defRPr sz="1700">
                <a:solidFill>
                  <a:srgbClr val="5A5349"/>
                </a:solidFill>
              </a:defRPr>
            </a:pPr>
            <a:r>
              <a:t>Textures, materials and a shared visual language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731520"/>
            <a:ext cx="4663440" cy="192024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40233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D1D1D"/>
                </a:solidFill>
              </a:defRPr>
            </a:pPr>
            <a:r>
              <a:t>A PLACE TO PAUSE</a:t>
            </a:r>
          </a:p>
          <a:p>
            <a:pPr>
              <a:defRPr sz="1700">
                <a:solidFill>
                  <a:srgbClr val="5A5349"/>
                </a:solidFill>
              </a:defRPr>
            </a:pPr>
            <a:r>
              <a:t>A reusable community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banana-slides</dc:creator>
  <cp:keywords/>
  <dc:description>generated using python-pptx</dc:description>
  <cp:lastModifiedBy>banana-slides</cp:lastModifiedBy>
  <cp:revision>1</cp:revision>
  <dcterms:created xsi:type="dcterms:W3CDTF">2026-10-13T02:26:49Z</dcterms:created>
  <dcterms:modified xsi:type="dcterms:W3CDTF">2026-10-13T02:26:49Z</dcterms:modified>
  <cp:category/>
</cp:coreProperties>
</file>